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53" r:id="rId3"/>
    <p:sldMasterId id="2147483655" r:id="rId4"/>
    <p:sldMasterId id="2147483657" r:id="rId5"/>
    <p:sldMasterId id="2147483659" r:id="rId6"/>
  </p:sldMasterIdLst>
  <p:notesMasterIdLst>
    <p:notesMasterId r:id="rId8"/>
  </p:notesMasterIdLst>
  <p:handoutMasterIdLst>
    <p:handoutMasterId r:id="rId9"/>
  </p:handoutMasterIdLst>
  <p:sldIdLst>
    <p:sldId id="298" r:id="rId7"/>
  </p:sldIdLst>
  <p:sldSz cx="12196445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5" pos="3667" userDrawn="1">
          <p15:clr>
            <a:srgbClr val="A4A3A4"/>
          </p15:clr>
        </p15:guide>
        <p15:guide id="6" orient="horz" pos="2156" userDrawn="1">
          <p15:clr>
            <a:srgbClr val="A4A3A4"/>
          </p15:clr>
        </p15:guide>
        <p15:guide id="7" pos="358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7000B"/>
    <a:srgbClr val="FFFFFF"/>
    <a:srgbClr val="151515"/>
    <a:srgbClr val="575756"/>
    <a:srgbClr val="DD4654"/>
    <a:srgbClr val="F3D2D5"/>
    <a:srgbClr val="E6A8AD"/>
    <a:srgbClr val="E57B84"/>
    <a:srgbClr val="E57984"/>
    <a:srgbClr val="BF000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72833802-FEF1-4C79-8D5D-14CF1EAF98D9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859" autoAdjust="0"/>
    <p:restoredTop sz="96291"/>
  </p:normalViewPr>
  <p:slideViewPr>
    <p:cSldViewPr snapToGrid="0" snapToObjects="1" showGuides="1">
      <p:cViewPr varScale="1">
        <p:scale>
          <a:sx n="128" d="100"/>
          <a:sy n="128" d="100"/>
        </p:scale>
        <p:origin x="520" y="976"/>
      </p:cViewPr>
      <p:guideLst>
        <p:guide pos="3667"/>
        <p:guide orient="horz" pos="2156"/>
        <p:guide pos="3586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 snapToObjects="1">
      <p:cViewPr varScale="1">
        <p:scale>
          <a:sx n="96" d="100"/>
          <a:sy n="96" d="100"/>
        </p:scale>
        <p:origin x="3104" y="16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handoutMaster" Target="handoutMasters/handoutMaster1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8CF71B8-DF2A-2E41-BE66-2E18A767DA8A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35F0CC5-85BE-A64A-BD47-54C66F7E93E3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DD60A27-BF12-6744-9E93-932A0E34D8BB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07326F3-4732-B74B-9C70-D0992466E49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92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8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84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80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7600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78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7435" algn="l" defTabSz="1219200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探索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7" name="L 形 6"/>
          <p:cNvSpPr/>
          <p:nvPr userDrawn="1"/>
        </p:nvSpPr>
        <p:spPr>
          <a:xfrm rot="5400000">
            <a:off x="7853942" y="2130562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0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  <a:ln>
            <a:noFill/>
            <a:prstDash val="dash"/>
          </a:ln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智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/>
          <p:cNvPicPr>
            <a:picLocks noChangeAspect="1"/>
          </p:cNvPicPr>
          <p:nvPr userDrawn="1"/>
        </p:nvPicPr>
        <p:blipFill rotWithShape="1">
          <a:blip r:embed="rId2" cstate="screen"/>
          <a:srcRect/>
          <a:stretch>
            <a:fillRect/>
          </a:stretch>
        </p:blipFill>
        <p:spPr>
          <a:xfrm>
            <a:off x="1" y="0"/>
            <a:ext cx="12196763" cy="5602265"/>
          </a:xfrm>
          <a:prstGeom prst="rect">
            <a:avLst/>
          </a:prstGeom>
        </p:spPr>
      </p:pic>
      <p:sp>
        <p:nvSpPr>
          <p:cNvPr id="18" name="L 形 17"/>
          <p:cNvSpPr/>
          <p:nvPr userDrawn="1"/>
        </p:nvSpPr>
        <p:spPr>
          <a:xfrm rot="5400000">
            <a:off x="5824025" y="256863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8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攀登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825" r="2034" b="5607"/>
          <a:stretch>
            <a:fillRect/>
          </a:stretch>
        </p:blipFill>
        <p:spPr>
          <a:xfrm>
            <a:off x="1" y="-36206"/>
            <a:ext cx="12196763" cy="5638471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8" name="L 形 7"/>
          <p:cNvSpPr/>
          <p:nvPr userDrawn="1"/>
        </p:nvSpPr>
        <p:spPr>
          <a:xfrm rot="5400000">
            <a:off x="7929967" y="1657555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灯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38" t="7030" b="11599"/>
          <a:stretch>
            <a:fillRect/>
          </a:stretch>
        </p:blipFill>
        <p:spPr>
          <a:xfrm>
            <a:off x="0" y="0"/>
            <a:ext cx="12196763" cy="5602265"/>
          </a:xfrm>
          <a:prstGeom prst="rect">
            <a:avLst/>
          </a:prstGeom>
        </p:spPr>
      </p:pic>
      <p:sp>
        <p:nvSpPr>
          <p:cNvPr id="13" name="L 形 12"/>
          <p:cNvSpPr/>
          <p:nvPr userDrawn="1"/>
        </p:nvSpPr>
        <p:spPr>
          <a:xfrm rot="5400000">
            <a:off x="5945516" y="2323519"/>
            <a:ext cx="701032" cy="717936"/>
          </a:xfrm>
          <a:prstGeom prst="corner">
            <a:avLst>
              <a:gd name="adj1" fmla="val 3243"/>
              <a:gd name="adj2" fmla="val 3048"/>
            </a:avLst>
          </a:prstGeom>
          <a:solidFill>
            <a:srgbClr val="C7000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900"/>
          </a:p>
        </p:txBody>
      </p:sp>
      <p:sp>
        <p:nvSpPr>
          <p:cNvPr id="11" name="Title 1"/>
          <p:cNvSpPr>
            <a:spLocks noGrp="1"/>
          </p:cNvSpPr>
          <p:nvPr>
            <p:ph type="ctrTitle" hasCustomPrompt="1"/>
          </p:nvPr>
        </p:nvSpPr>
        <p:spPr>
          <a:xfrm>
            <a:off x="898996" y="907092"/>
            <a:ext cx="6559809" cy="690255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algn="l">
              <a:defRPr sz="3200" b="0" i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5" name="Text Placeholder 5"/>
          <p:cNvSpPr>
            <a:spLocks noGrp="1"/>
          </p:cNvSpPr>
          <p:nvPr>
            <p:ph type="body" sz="quarter" idx="10" hasCustomPrompt="1"/>
          </p:nvPr>
        </p:nvSpPr>
        <p:spPr>
          <a:xfrm>
            <a:off x="929260" y="1949372"/>
            <a:ext cx="6535842" cy="643926"/>
          </a:xfrm>
        </p:spPr>
        <p:txBody>
          <a:bodyPr/>
          <a:lstStyle>
            <a:lvl1pPr>
              <a:defRPr sz="1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s page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7"/>
          <p:cNvSpPr>
            <a:spLocks noGrp="1"/>
          </p:cNvSpPr>
          <p:nvPr>
            <p:ph type="body" sz="quarter" idx="10" hasCustomPrompt="1"/>
          </p:nvPr>
        </p:nvSpPr>
        <p:spPr>
          <a:xfrm>
            <a:off x="1033620" y="1843088"/>
            <a:ext cx="10122060" cy="3013725"/>
          </a:xfrm>
          <a:prstGeom prst="rect">
            <a:avLst/>
          </a:prstGeom>
        </p:spPr>
        <p:txBody>
          <a:bodyPr tIns="90000" bIns="90000"/>
          <a:lstStyle>
            <a:lvl1pPr marL="412750" indent="-398780">
              <a:lnSpc>
                <a:spcPct val="70000"/>
              </a:lnSpc>
              <a:buFont typeface="+mj-lt"/>
              <a:buAutoNum type="arabicPeriod"/>
              <a:defRPr sz="2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412750" indent="-398780">
              <a:buFont typeface="+mj-lt"/>
              <a:buAutoNum type="arabicPeriod"/>
              <a:defRPr/>
            </a:lvl2pPr>
            <a:lvl3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3pPr>
            <a:lvl4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4pPr>
            <a:lvl5pPr marL="13970" indent="0">
              <a:buFont typeface="+mj-lt"/>
              <a:buNone/>
              <a:defRPr sz="2200">
                <a:latin typeface="微软雅黑" panose="020B0503020204020204" pitchFamily="34" charset="-122"/>
                <a:ea typeface="微软雅黑" panose="020B0503020204020204" pitchFamily="34" charset="-122"/>
              </a:defRPr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altLang="zh-CN" dirty="0"/>
          </a:p>
        </p:txBody>
      </p:sp>
      <p:cxnSp>
        <p:nvCxnSpPr>
          <p:cNvPr id="3" name="直线连接符 14"/>
          <p:cNvCxnSpPr/>
          <p:nvPr userDrawn="1"/>
        </p:nvCxnSpPr>
        <p:spPr>
          <a:xfrm flipH="1">
            <a:off x="1029918" y="1349255"/>
            <a:ext cx="885967" cy="0"/>
          </a:xfrm>
          <a:prstGeom prst="line">
            <a:avLst/>
          </a:prstGeom>
          <a:ln w="28575">
            <a:solidFill>
              <a:srgbClr val="C7000B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文本框 16"/>
          <p:cNvSpPr txBox="1"/>
          <p:nvPr userDrawn="1"/>
        </p:nvSpPr>
        <p:spPr>
          <a:xfrm>
            <a:off x="918916" y="630373"/>
            <a:ext cx="1147485" cy="6535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3635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目录</a:t>
            </a:r>
            <a:endParaRPr kumimoji="1" lang="zh-CN" altLang="en-US" sz="3635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 page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607486" y="1402064"/>
            <a:ext cx="3921034" cy="854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4940" dirty="0">
                <a:solidFill>
                  <a:schemeClr val="tx1"/>
                </a:solidFill>
              </a:rPr>
              <a:t>Thank you.</a:t>
            </a:r>
            <a:endParaRPr lang="en-US" sz="494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hinese text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729175" y="456134"/>
            <a:ext cx="10740640" cy="993400"/>
          </a:xfrm>
          <a:prstGeom prst="rect">
            <a:avLst/>
          </a:prstGeom>
        </p:spPr>
        <p:txBody>
          <a:bodyPr lIns="0" tIns="0" rIns="0" bIns="0" anchor="t">
            <a:normAutofit/>
          </a:bodyPr>
          <a:lstStyle>
            <a:lvl1pPr marL="0" indent="0" algn="l">
              <a:lnSpc>
                <a:spcPts val="3430"/>
              </a:lnSpc>
              <a:spcBef>
                <a:spcPts val="0"/>
              </a:spcBef>
              <a:buNone/>
              <a:defRPr sz="32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  <a:lvl2pPr marL="593725" indent="0" algn="ctr">
              <a:buNone/>
              <a:defRPr sz="2600"/>
            </a:lvl2pPr>
            <a:lvl3pPr marL="1188085" indent="0" algn="ctr">
              <a:buNone/>
              <a:defRPr sz="2340"/>
            </a:lvl3pPr>
            <a:lvl4pPr marL="1781810" indent="0" algn="ctr">
              <a:buNone/>
              <a:defRPr sz="2080"/>
            </a:lvl4pPr>
            <a:lvl5pPr marL="2375535" indent="0" algn="ctr">
              <a:buNone/>
              <a:defRPr sz="2080"/>
            </a:lvl5pPr>
            <a:lvl6pPr marL="2969260" indent="0" algn="ctr">
              <a:buNone/>
              <a:defRPr sz="2080"/>
            </a:lvl6pPr>
            <a:lvl7pPr marL="3563620" indent="0" algn="ctr">
              <a:buNone/>
              <a:defRPr sz="2080"/>
            </a:lvl7pPr>
            <a:lvl8pPr marL="4157345" indent="0" algn="ctr">
              <a:buNone/>
              <a:defRPr sz="2080"/>
            </a:lvl8pPr>
            <a:lvl9pPr marL="4751070" indent="0" algn="ctr">
              <a:buNone/>
              <a:defRPr sz="2080"/>
            </a:lvl9pPr>
          </a:lstStyle>
          <a:p>
            <a:r>
              <a:rPr lang="zh-CN" altLang="en-US" dirty="0"/>
              <a:t>单击此处添加标题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0" hasCustomPrompt="1"/>
          </p:nvPr>
        </p:nvSpPr>
        <p:spPr>
          <a:xfrm>
            <a:off x="736908" y="1501989"/>
            <a:ext cx="10733557" cy="4690459"/>
          </a:xfrm>
          <a:prstGeom prst="rect">
            <a:avLst/>
          </a:prstGeom>
        </p:spPr>
        <p:txBody>
          <a:bodyPr lIns="0" tIns="0" rIns="0" bIns="0"/>
          <a:lstStyle>
            <a:lvl1pPr marL="12065" indent="0">
              <a:lnSpc>
                <a:spcPct val="100000"/>
              </a:lnSpc>
              <a:spcBef>
                <a:spcPts val="0"/>
              </a:spcBef>
              <a:buFontTx/>
              <a:buNone/>
              <a:tabLst>
                <a:tab pos="1208405" algn="ctr"/>
              </a:tabLst>
              <a:defRPr sz="1800" baseline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Arial" panose="020B0604020202090204" pitchFamily="34" charset="0"/>
              </a:defRPr>
            </a:lvl1pPr>
            <a:lvl2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2pPr>
            <a:lvl3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3pPr>
            <a:lvl4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4pPr>
            <a:lvl5pPr marL="525780" indent="-171450">
              <a:buFont typeface="Arial" panose="020B0604020202090204" pitchFamily="34" charset="0"/>
              <a:buChar char="•"/>
              <a:tabLst>
                <a:tab pos="1208405" algn="ctr"/>
              </a:tabLst>
              <a:defRPr sz="1300" baseline="0"/>
            </a:lvl5pPr>
          </a:lstStyle>
          <a:p>
            <a:pPr lvl="0"/>
            <a:r>
              <a:rPr lang="zh-CN" altLang="en-US" dirty="0"/>
              <a:t>单击此处添加文本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image" Target="../media/image5.png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theme" Target="../theme/theme3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Masters/_rels/slideMaster4.xml.rels><?xml version="1.0" encoding="UTF-8" standalone="yes"?>
<Relationships xmlns="http://schemas.openxmlformats.org/package/2006/relationships"><Relationship Id="rId3" Type="http://schemas.openxmlformats.org/officeDocument/2006/relationships/theme" Target="../theme/theme4.xml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Masters/_rels/slideMaster5.xml.rels><?xml version="1.0" encoding="UTF-8" standalone="yes"?>
<Relationships xmlns="http://schemas.openxmlformats.org/package/2006/relationships"><Relationship Id="rId3" Type="http://schemas.openxmlformats.org/officeDocument/2006/relationships/theme" Target="../theme/theme5.xml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/>
          <p:cNvSpPr>
            <a:spLocks noGrp="1"/>
          </p:cNvSpPr>
          <p:nvPr>
            <p:ph type="body" idx="1"/>
          </p:nvPr>
        </p:nvSpPr>
        <p:spPr>
          <a:xfrm>
            <a:off x="909309" y="6270651"/>
            <a:ext cx="1982316" cy="153611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>
              <a:lnSpc>
                <a:spcPct val="100000"/>
              </a:lnSpc>
            </a:pPr>
            <a:r>
              <a:rPr kumimoji="1" lang="en-US" altLang="zh-CN" sz="1000" dirty="0"/>
              <a:t>Security Level:</a:t>
            </a:r>
            <a:endParaRPr lang="en-US" altLang="zh-CN" sz="1000" dirty="0"/>
          </a:p>
        </p:txBody>
      </p:sp>
      <p:pic>
        <p:nvPicPr>
          <p:cNvPr id="38" name="图片 37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6684" y="5976168"/>
            <a:ext cx="2258389" cy="482533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hdr="0" ftr="0" dt="0"/>
  <p:txStyles>
    <p:titleStyle>
      <a:lvl1pPr algn="l" defTabSz="914400" rtl="0" eaLnBrk="1" latinLnBrk="0" hangingPunct="1">
        <a:lnSpc>
          <a:spcPts val="3440"/>
        </a:lnSpc>
        <a:spcBef>
          <a:spcPct val="0"/>
        </a:spcBef>
        <a:buNone/>
        <a:defRPr sz="3200" kern="1200">
          <a:solidFill>
            <a:schemeClr val="tx1"/>
          </a:solidFill>
          <a:latin typeface="微软雅黑" panose="020B0503020204020204" pitchFamily="34" charset="-122"/>
          <a:ea typeface="微软雅黑" panose="020B0503020204020204" pitchFamily="34" charset="-122"/>
          <a:cs typeface="+mj-cs"/>
        </a:defRPr>
      </a:lvl1pPr>
    </p:titleStyle>
    <p:bodyStyle>
      <a:lvl1pPr marL="0" indent="0" algn="l" defTabSz="914400" rtl="0" eaLnBrk="1" latinLnBrk="0" hangingPunct="1">
        <a:lnSpc>
          <a:spcPct val="100000"/>
        </a:lnSpc>
        <a:spcBef>
          <a:spcPts val="0"/>
        </a:spcBef>
        <a:buFontTx/>
        <a:buNone/>
        <a:defRPr sz="1000" kern="1200">
          <a:solidFill>
            <a:srgbClr val="1D1D1B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  <a:lvl2pPr marL="4572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2pPr>
      <a:lvl3pPr marL="9144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3pPr>
      <a:lvl4pPr marL="13716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4pPr>
      <a:lvl5pPr marL="1828800" indent="0" algn="l" defTabSz="914400" rtl="0" eaLnBrk="1" latinLnBrk="0" hangingPunct="1">
        <a:lnSpc>
          <a:spcPct val="90000"/>
        </a:lnSpc>
        <a:spcBef>
          <a:spcPts val="500"/>
        </a:spcBef>
        <a:buFontTx/>
        <a:buNone/>
        <a:defRPr sz="750" kern="1200">
          <a:solidFill>
            <a:schemeClr val="tx1"/>
          </a:solidFill>
          <a:latin typeface="Arial" panose="020B0604020202090204" pitchFamily="34" charset="0"/>
          <a:ea typeface="+mn-ea"/>
          <a:cs typeface="Arial" panose="020B060402020209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9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6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16573" y="1474269"/>
            <a:ext cx="3984232" cy="28160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5" name="Text Placeholder 1"/>
          <p:cNvSpPr txBox="1"/>
          <p:nvPr userDrawn="1"/>
        </p:nvSpPr>
        <p:spPr>
          <a:xfrm>
            <a:off x="7979357" y="2794960"/>
            <a:ext cx="3225168" cy="2029962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065"/>
              </a:lnSpc>
            </a:pP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Copyright©2021 Huawei Technologies Co., Ltd.</a:t>
            </a:r>
            <a:b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</a:br>
            <a:r>
              <a:rPr kumimoji="1" lang="en-US" altLang="zh-CN" sz="850" b="1" baseline="0" dirty="0">
                <a:solidFill>
                  <a:srgbClr val="1D1D1B"/>
                </a:solidFill>
                <a:latin typeface="+mj-lt"/>
              </a:rPr>
              <a:t>All Rights Reserved.</a:t>
            </a: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br>
              <a:rPr kumimoji="1" lang="en-US" altLang="zh-CN" sz="780" dirty="0">
                <a:solidFill>
                  <a:srgbClr val="1D1D1B"/>
                </a:solidFill>
                <a:latin typeface="+mn-lt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information in this document may contain predictive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statements including, without limitation, statements regarding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 future financial and operating results, future product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portfolio, new technology, etc. There are a number of factors that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could cause actual results and developments to differ materially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from those expressed or implied in the predictive statements.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Therefore, such information is provided for reference purpose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only and constitutes neither an offer nor an acceptance. Huawei </a:t>
            </a:r>
            <a:b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850" baseline="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may change the information at any time without notice. </a:t>
            </a:r>
            <a:endParaRPr kumimoji="1" lang="en-US" altLang="zh-CN" sz="850" baseline="0" dirty="0">
              <a:solidFill>
                <a:srgbClr val="1D1D1B"/>
              </a:solidFill>
              <a:latin typeface="+mn-lt"/>
              <a:cs typeface="Arial" panose="020B0604020202090204" pitchFamily="34" charset="0"/>
            </a:endParaRPr>
          </a:p>
          <a:p>
            <a:pPr>
              <a:lnSpc>
                <a:spcPts val="1065"/>
              </a:lnSpc>
            </a:pPr>
            <a:endParaRPr kumimoji="1" lang="zh-CN" altLang="en-US" sz="780" dirty="0">
              <a:solidFill>
                <a:srgbClr val="1D1D1B"/>
              </a:solidFill>
              <a:latin typeface="+mn-lt"/>
            </a:endParaRPr>
          </a:p>
        </p:txBody>
      </p:sp>
      <p:sp>
        <p:nvSpPr>
          <p:cNvPr id="6" name="Subtitle 6"/>
          <p:cNvSpPr txBox="1"/>
          <p:nvPr userDrawn="1"/>
        </p:nvSpPr>
        <p:spPr>
          <a:xfrm>
            <a:off x="7987276" y="1631849"/>
            <a:ext cx="3477701" cy="491114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680"/>
              </a:lnSpc>
              <a:spcBef>
                <a:spcPts val="0"/>
              </a:spcBef>
            </a:pP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把数字世界带入每个人、每个家庭、</a:t>
            </a:r>
            <a:br>
              <a:rPr kumimoji="1" lang="en-US" altLang="zh-CN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</a:br>
            <a:r>
              <a:rPr kumimoji="1" lang="zh-CN" altLang="en-US" sz="1300" dirty="0">
                <a:solidFill>
                  <a:srgbClr val="1D1D1B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每个组织，构建万物互联的智能世界。</a:t>
            </a:r>
            <a:endParaRPr kumimoji="1" lang="zh-CN" altLang="en-US" sz="1300" dirty="0">
              <a:solidFill>
                <a:srgbClr val="1D1D1B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7" name="Subtitle 6"/>
          <p:cNvSpPr txBox="1"/>
          <p:nvPr userDrawn="1"/>
        </p:nvSpPr>
        <p:spPr>
          <a:xfrm>
            <a:off x="7977672" y="2106124"/>
            <a:ext cx="3481833" cy="58280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90204" pitchFamily="34" charset="0"/>
              <a:buNone/>
              <a:defRPr sz="1400" kern="120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9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1295"/>
              </a:lnSpc>
            </a:pP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Bring digital to every person, home, and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organization for a fully connected, </a:t>
            </a:r>
            <a:b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</a:br>
            <a:r>
              <a:rPr kumimoji="1" lang="en-US" altLang="zh-CN" sz="1200" dirty="0">
                <a:solidFill>
                  <a:srgbClr val="1D1D1B"/>
                </a:solidFill>
                <a:latin typeface="+mn-lt"/>
                <a:cs typeface="Arial" panose="020B0604020202090204" pitchFamily="34" charset="0"/>
              </a:rPr>
              <a:t>intelligent world.</a:t>
            </a:r>
            <a:endParaRPr kumimoji="1" lang="zh-CN" altLang="en-US" sz="1200" dirty="0">
              <a:solidFill>
                <a:srgbClr val="1D1D1B"/>
              </a:solidFill>
              <a:latin typeface="+mn-lt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99" name="图片 98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75497" y="5251150"/>
            <a:ext cx="1869596" cy="399462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000" b="0" kern="1200">
          <a:solidFill>
            <a:schemeClr val="tx1"/>
          </a:solidFill>
          <a:latin typeface="Arial" panose="020B0604020202090204" pitchFamily="34" charset="0"/>
          <a:ea typeface="微软雅黑" panose="020B0503020204020204" pitchFamily="34" charset="-122"/>
          <a:cs typeface="Arial" panose="020B0604020202090204" pitchFamily="34" charset="0"/>
        </a:defRPr>
      </a:lvl1pPr>
    </p:titleStyle>
    <p:bodyStyle>
      <a:lvl1pPr marL="0" indent="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None/>
        <a:defRPr sz="1820" kern="1200">
          <a:solidFill>
            <a:srgbClr val="FFFFFF"/>
          </a:solidFill>
          <a:latin typeface="微软雅黑" panose="020B0503020204020204" pitchFamily="34" charset="-122"/>
          <a:ea typeface="微软雅黑" panose="020B0503020204020204" pitchFamily="34" charset="-122"/>
          <a:cs typeface="+mn-cs"/>
        </a:defRPr>
      </a:lvl1pPr>
      <a:lvl2pPr marL="59372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indent="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None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 userDrawn="1"/>
        </p:nvSpPr>
        <p:spPr>
          <a:xfrm>
            <a:off x="1095467" y="6356939"/>
            <a:ext cx="1463467" cy="2428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75" b="0" baseline="0" dirty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  <a:t>Huawei Confidential</a:t>
            </a:r>
            <a:endParaRPr lang="en-US" sz="975" b="0" baseline="0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sp>
        <p:nvSpPr>
          <p:cNvPr id="4" name="TextBox 3"/>
          <p:cNvSpPr txBox="1"/>
          <p:nvPr userDrawn="1"/>
        </p:nvSpPr>
        <p:spPr>
          <a:xfrm>
            <a:off x="734131" y="6402806"/>
            <a:ext cx="499729" cy="150296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marL="0" marR="0" lvl="0" indent="0" algn="l" defTabSz="890905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fld id="{C3837181-38C6-AD4F-B8BA-B444770388BB}" type="slidenum">
              <a:rPr lang="en-US" sz="975" smtClean="0">
                <a:solidFill>
                  <a:srgbClr val="1D1D1B"/>
                </a:solidFill>
                <a:latin typeface="Arial" panose="020B0604020202090204" pitchFamily="34" charset="0"/>
                <a:cs typeface="Arial" panose="020B0604020202090204" pitchFamily="34" charset="0"/>
              </a:rPr>
            </a:fld>
            <a:endParaRPr lang="en-US" sz="975" dirty="0">
              <a:solidFill>
                <a:srgbClr val="1D1D1B"/>
              </a:solidFill>
              <a:latin typeface="Arial" panose="020B0604020202090204" pitchFamily="34" charset="0"/>
              <a:cs typeface="Arial" panose="020B0604020202090204" pitchFamily="34" charset="0"/>
            </a:endParaRPr>
          </a:p>
        </p:txBody>
      </p:sp>
      <p:pic>
        <p:nvPicPr>
          <p:cNvPr id="41" name="图片 40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95999" y="6319870"/>
            <a:ext cx="1269075" cy="271153"/>
          </a:xfrm>
          <a:prstGeom prst="rect">
            <a:avLst/>
          </a:prstGeom>
        </p:spPr>
      </p:pic>
      <p:grpSp>
        <p:nvGrpSpPr>
          <p:cNvPr id="25" name="组合 24"/>
          <p:cNvGrpSpPr/>
          <p:nvPr userDrawn="1"/>
        </p:nvGrpSpPr>
        <p:grpSpPr>
          <a:xfrm>
            <a:off x="12216278" y="2931937"/>
            <a:ext cx="1982916" cy="3934682"/>
            <a:chOff x="12216278" y="2262477"/>
            <a:chExt cx="1982916" cy="4604143"/>
          </a:xfrm>
        </p:grpSpPr>
        <p:grpSp>
          <p:nvGrpSpPr>
            <p:cNvPr id="26" name="组合 25"/>
            <p:cNvGrpSpPr/>
            <p:nvPr userDrawn="1"/>
          </p:nvGrpSpPr>
          <p:grpSpPr>
            <a:xfrm>
              <a:off x="12315635" y="2262477"/>
              <a:ext cx="1883559" cy="692624"/>
              <a:chOff x="12315635" y="2207613"/>
              <a:chExt cx="1883559" cy="692624"/>
            </a:xfrm>
          </p:grpSpPr>
          <p:sp>
            <p:nvSpPr>
              <p:cNvPr id="44" name="矩形 5"/>
              <p:cNvSpPr/>
              <p:nvPr userDrawn="1"/>
            </p:nvSpPr>
            <p:spPr>
              <a:xfrm>
                <a:off x="12315635" y="2401808"/>
                <a:ext cx="911019" cy="498429"/>
              </a:xfrm>
              <a:prstGeom prst="rect">
                <a:avLst/>
              </a:prstGeom>
              <a:solidFill>
                <a:srgbClr val="C8102E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186C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200/16/46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5" name="矩形 9"/>
              <p:cNvSpPr/>
              <p:nvPr userDrawn="1"/>
            </p:nvSpPr>
            <p:spPr>
              <a:xfrm>
                <a:off x="13288175" y="2401808"/>
                <a:ext cx="911019" cy="498429"/>
              </a:xfrm>
              <a:prstGeom prst="rect">
                <a:avLst/>
              </a:prstGeom>
              <a:solidFill>
                <a:srgbClr val="C7000B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P</a:t>
                </a:r>
                <a:r>
                  <a:rPr kumimoji="1" lang="en-US" altLang="en-US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ANTONE</a:t>
                </a: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 185C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199/0/11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6" name="文本框 31"/>
              <p:cNvSpPr txBox="1"/>
              <p:nvPr userDrawn="1"/>
            </p:nvSpPr>
            <p:spPr>
              <a:xfrm>
                <a:off x="12326898" y="2207613"/>
                <a:ext cx="384721" cy="153888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品牌色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grpSp>
          <p:nvGrpSpPr>
            <p:cNvPr id="27" name="组合 26"/>
            <p:cNvGrpSpPr/>
            <p:nvPr userDrawn="1"/>
          </p:nvGrpSpPr>
          <p:grpSpPr>
            <a:xfrm>
              <a:off x="12216278" y="3080825"/>
              <a:ext cx="1982912" cy="3785795"/>
              <a:chOff x="12216278" y="3080825"/>
              <a:chExt cx="1982912" cy="3785795"/>
            </a:xfrm>
          </p:grpSpPr>
          <p:sp>
            <p:nvSpPr>
              <p:cNvPr id="28" name="矩形 12"/>
              <p:cNvSpPr/>
              <p:nvPr userDrawn="1"/>
            </p:nvSpPr>
            <p:spPr>
              <a:xfrm>
                <a:off x="12315640" y="3785971"/>
                <a:ext cx="885201" cy="462672"/>
              </a:xfrm>
              <a:prstGeom prst="rect">
                <a:avLst/>
              </a:prstGeom>
              <a:solidFill>
                <a:srgbClr val="EA5A4F"/>
              </a:solidFill>
              <a:ln>
                <a:solidFill>
                  <a:srgbClr val="EA5A4F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234/90/79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29" name="矩形 13"/>
              <p:cNvSpPr/>
              <p:nvPr userDrawn="1"/>
            </p:nvSpPr>
            <p:spPr>
              <a:xfrm>
                <a:off x="12315640" y="3259312"/>
                <a:ext cx="885201" cy="462672"/>
              </a:xfrm>
              <a:prstGeom prst="rect">
                <a:avLst/>
              </a:prstGeom>
              <a:solidFill>
                <a:srgbClr val="78000F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120/0/15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0" name="文本框 15"/>
              <p:cNvSpPr txBox="1"/>
              <p:nvPr userDrawn="1"/>
            </p:nvSpPr>
            <p:spPr>
              <a:xfrm>
                <a:off x="12216278" y="3080825"/>
                <a:ext cx="569387" cy="153888"/>
              </a:xfrm>
              <a:prstGeom prst="rect">
                <a:avLst/>
              </a:prstGeom>
              <a:noFill/>
            </p:spPr>
            <p:txBody>
              <a:bodyPr wrap="square" lIns="0" tIns="0" rIns="0" bIns="0" rtlCol="0" anchor="b" anchorCtr="0">
                <a:spAutoFit/>
              </a:bodyPr>
              <a:lstStyle/>
              <a:p>
                <a:pPr algn="ctr">
                  <a:lnSpc>
                    <a:spcPct val="100000"/>
                  </a:lnSpc>
                </a:pPr>
                <a:r>
                  <a:rPr kumimoji="1" lang="zh-CN" altLang="en-US" sz="1000" dirty="0">
                    <a:solidFill>
                      <a:schemeClr val="tx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辅助色</a:t>
                </a:r>
                <a:endParaRPr kumimoji="1" lang="zh-CN" altLang="en-US" sz="1000" dirty="0">
                  <a:solidFill>
                    <a:schemeClr val="tx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矩形 16"/>
              <p:cNvSpPr/>
              <p:nvPr userDrawn="1"/>
            </p:nvSpPr>
            <p:spPr>
              <a:xfrm>
                <a:off x="12315640" y="4836793"/>
                <a:ext cx="885201" cy="462672"/>
              </a:xfrm>
              <a:prstGeom prst="rect">
                <a:avLst/>
              </a:prstGeom>
              <a:solidFill>
                <a:srgbClr val="F8B53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248/181/60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2" name="矩形 17"/>
              <p:cNvSpPr/>
              <p:nvPr userDrawn="1"/>
            </p:nvSpPr>
            <p:spPr>
              <a:xfrm>
                <a:off x="12315640" y="4319278"/>
                <a:ext cx="885201" cy="462672"/>
              </a:xfrm>
              <a:prstGeom prst="rect">
                <a:avLst/>
              </a:prstGeom>
              <a:solidFill>
                <a:srgbClr val="EB5C0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235/92/1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3" name="矩形 18"/>
              <p:cNvSpPr/>
              <p:nvPr userDrawn="1"/>
            </p:nvSpPr>
            <p:spPr>
              <a:xfrm>
                <a:off x="12315636" y="5880294"/>
                <a:ext cx="911019" cy="462672"/>
              </a:xfrm>
              <a:prstGeom prst="rect">
                <a:avLst/>
              </a:prstGeom>
              <a:solidFill>
                <a:srgbClr val="89898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137/137/137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4" name="矩形 19"/>
              <p:cNvSpPr/>
              <p:nvPr userDrawn="1"/>
            </p:nvSpPr>
            <p:spPr>
              <a:xfrm>
                <a:off x="12315636" y="5362779"/>
                <a:ext cx="911019" cy="462672"/>
              </a:xfrm>
              <a:prstGeom prst="rect">
                <a:avLst/>
              </a:prstGeom>
              <a:solidFill>
                <a:srgbClr val="23181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35/24/21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5" name="矩形 22"/>
              <p:cNvSpPr/>
              <p:nvPr userDrawn="1"/>
            </p:nvSpPr>
            <p:spPr>
              <a:xfrm>
                <a:off x="12315636" y="6403948"/>
                <a:ext cx="911019" cy="462672"/>
              </a:xfrm>
              <a:prstGeom prst="rect">
                <a:avLst/>
              </a:prstGeom>
              <a:solidFill>
                <a:srgbClr val="DDDDDD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221/221/221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6" name="矩形 12"/>
              <p:cNvSpPr/>
              <p:nvPr userDrawn="1"/>
            </p:nvSpPr>
            <p:spPr>
              <a:xfrm>
                <a:off x="13288175" y="3785971"/>
                <a:ext cx="885201" cy="462672"/>
              </a:xfrm>
              <a:prstGeom prst="rect">
                <a:avLst/>
              </a:prstGeom>
              <a:solidFill>
                <a:srgbClr val="E98C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233/140/128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7" name="矩形 13"/>
              <p:cNvSpPr/>
              <p:nvPr userDrawn="1"/>
            </p:nvSpPr>
            <p:spPr>
              <a:xfrm>
                <a:off x="13288175" y="3259312"/>
                <a:ext cx="885201" cy="462672"/>
              </a:xfrm>
              <a:prstGeom prst="rect">
                <a:avLst/>
              </a:prstGeom>
              <a:solidFill>
                <a:srgbClr val="A72126"/>
              </a:solidFill>
              <a:ln>
                <a:solidFill>
                  <a:srgbClr val="9F000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159/0/1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8" name="矩形 16"/>
              <p:cNvSpPr/>
              <p:nvPr userDrawn="1"/>
            </p:nvSpPr>
            <p:spPr>
              <a:xfrm>
                <a:off x="13288175" y="4836793"/>
                <a:ext cx="885201" cy="462672"/>
              </a:xfrm>
              <a:prstGeom prst="rect">
                <a:avLst/>
              </a:prstGeom>
              <a:solidFill>
                <a:srgbClr val="F5DC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245/220/87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39" name="矩形 17"/>
              <p:cNvSpPr/>
              <p:nvPr userDrawn="1"/>
            </p:nvSpPr>
            <p:spPr>
              <a:xfrm>
                <a:off x="13288175" y="4319278"/>
                <a:ext cx="885201" cy="462672"/>
              </a:xfrm>
              <a:prstGeom prst="rect">
                <a:avLst/>
              </a:prstGeom>
              <a:solidFill>
                <a:srgbClr val="F085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240/133/0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0" name="矩形 18"/>
              <p:cNvSpPr/>
              <p:nvPr userDrawn="1"/>
            </p:nvSpPr>
            <p:spPr>
              <a:xfrm>
                <a:off x="13288171" y="5880294"/>
                <a:ext cx="911019" cy="462672"/>
              </a:xfrm>
              <a:prstGeom prst="rect">
                <a:avLst/>
              </a:prstGeom>
              <a:solidFill>
                <a:srgbClr val="B5B5B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181/181/181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2" name="矩形 19"/>
              <p:cNvSpPr/>
              <p:nvPr userDrawn="1"/>
            </p:nvSpPr>
            <p:spPr>
              <a:xfrm>
                <a:off x="13288171" y="5362779"/>
                <a:ext cx="911019" cy="462672"/>
              </a:xfrm>
              <a:prstGeom prst="rect">
                <a:avLst/>
              </a:prstGeom>
              <a:solidFill>
                <a:srgbClr val="595757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tx2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89/87/87</a:t>
                </a:r>
                <a:endParaRPr kumimoji="1" lang="en-US" altLang="zh-CN" sz="700" b="1" dirty="0">
                  <a:solidFill>
                    <a:schemeClr val="tx2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  <p:sp>
            <p:nvSpPr>
              <p:cNvPr id="43" name="矩形 22"/>
              <p:cNvSpPr/>
              <p:nvPr userDrawn="1"/>
            </p:nvSpPr>
            <p:spPr>
              <a:xfrm>
                <a:off x="13288171" y="6403948"/>
                <a:ext cx="911019" cy="462672"/>
              </a:xfrm>
              <a:prstGeom prst="rect">
                <a:avLst/>
              </a:prstGeom>
              <a:solidFill>
                <a:srgbClr val="FFFFFF"/>
              </a:solidFill>
              <a:ln w="6350">
                <a:solidFill>
                  <a:schemeClr val="bg1">
                    <a:lumMod val="10000"/>
                    <a:lumOff val="9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>
                  <a:lnSpc>
                    <a:spcPct val="100000"/>
                  </a:lnSpc>
                </a:pPr>
                <a:r>
                  <a:rPr kumimoji="1" lang="en-US" altLang="zh-CN" sz="700" b="1" dirty="0">
                    <a:solidFill>
                      <a:schemeClr val="bg1"/>
                    </a:solidFill>
                    <a:latin typeface="Arial" panose="020B0604020202090204" pitchFamily="34" charset="0"/>
                    <a:ea typeface="Arial" panose="020B0604020202090204" pitchFamily="34" charset="0"/>
                    <a:cs typeface="Arial" panose="020B0604020202090204" pitchFamily="34" charset="0"/>
                  </a:rPr>
                  <a:t>RGB 255/255/255</a:t>
                </a:r>
                <a:endParaRPr kumimoji="1" lang="en-US" altLang="zh-CN" sz="700" b="1" dirty="0">
                  <a:solidFill>
                    <a:schemeClr val="bg1"/>
                  </a:solidFill>
                  <a:latin typeface="Arial" panose="020B0604020202090204" pitchFamily="34" charset="0"/>
                  <a:ea typeface="Arial" panose="020B0604020202090204" pitchFamily="34" charset="0"/>
                  <a:cs typeface="Arial" panose="020B0604020202090204" pitchFamily="34" charset="0"/>
                </a:endParaRPr>
              </a:p>
            </p:txBody>
          </p:sp>
        </p:grp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</p:sldLayoutIdLst>
  <p:hf hdr="0" ftr="0" dt="0"/>
  <p:txStyles>
    <p:titleStyle>
      <a:lvl1pPr algn="l" defTabSz="1188085" rtl="0" eaLnBrk="1" latinLnBrk="0" hangingPunct="1">
        <a:lnSpc>
          <a:spcPct val="90000"/>
        </a:lnSpc>
        <a:spcBef>
          <a:spcPct val="0"/>
        </a:spcBef>
        <a:buNone/>
        <a:defRPr sz="571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97180" indent="-297180" algn="l" defTabSz="1188085" rtl="0" eaLnBrk="1" latinLnBrk="0" hangingPunct="1">
        <a:lnSpc>
          <a:spcPct val="90000"/>
        </a:lnSpc>
        <a:spcBef>
          <a:spcPts val="1300"/>
        </a:spcBef>
        <a:buFont typeface="Arial" panose="020B0604020202090204" pitchFamily="34" charset="0"/>
        <a:buChar char="•"/>
        <a:defRPr sz="3635" kern="1200">
          <a:solidFill>
            <a:schemeClr val="tx1"/>
          </a:solidFill>
          <a:latin typeface="+mn-lt"/>
          <a:ea typeface="+mn-ea"/>
          <a:cs typeface="+mn-cs"/>
        </a:defRPr>
      </a:lvl1pPr>
      <a:lvl2pPr marL="89090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3120" kern="1200">
          <a:solidFill>
            <a:schemeClr val="tx1"/>
          </a:solidFill>
          <a:latin typeface="+mn-lt"/>
          <a:ea typeface="+mn-ea"/>
          <a:cs typeface="+mn-cs"/>
        </a:defRPr>
      </a:lvl2pPr>
      <a:lvl3pPr marL="148463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600" kern="1200">
          <a:solidFill>
            <a:schemeClr val="tx1"/>
          </a:solidFill>
          <a:latin typeface="+mn-lt"/>
          <a:ea typeface="+mn-ea"/>
          <a:cs typeface="+mn-cs"/>
        </a:defRPr>
      </a:lvl3pPr>
      <a:lvl4pPr marL="207835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67271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326644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86016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454525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5048250" indent="-297180" algn="l" defTabSz="1188085" rtl="0" eaLnBrk="1" latinLnBrk="0" hangingPunct="1">
        <a:lnSpc>
          <a:spcPct val="90000"/>
        </a:lnSpc>
        <a:spcBef>
          <a:spcPts val="650"/>
        </a:spcBef>
        <a:buFont typeface="Arial" panose="020B0604020202090204" pitchFamily="34" charset="0"/>
        <a:buChar char="•"/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1pPr>
      <a:lvl2pPr marL="59372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2pPr>
      <a:lvl3pPr marL="118808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3pPr>
      <a:lvl4pPr marL="178181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4pPr>
      <a:lvl5pPr marL="237553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5pPr>
      <a:lvl6pPr marL="296926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6pPr>
      <a:lvl7pPr marL="356362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7pPr>
      <a:lvl8pPr marL="4157345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8pPr>
      <a:lvl9pPr marL="4751070" algn="l" defTabSz="1188085" rtl="0" eaLnBrk="1" latinLnBrk="0" hangingPunct="1">
        <a:defRPr sz="234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6.xml"/><Relationship Id="rId4" Type="http://schemas.openxmlformats.org/officeDocument/2006/relationships/image" Target="../media/image10.png"/><Relationship Id="rId3" Type="http://schemas.openxmlformats.org/officeDocument/2006/relationships/image" Target="../media/image9.png"/><Relationship Id="rId2" Type="http://schemas.openxmlformats.org/officeDocument/2006/relationships/image" Target="../media/image8.jpeg"/><Relationship Id="rId1" Type="http://schemas.openxmlformats.org/officeDocument/2006/relationships/image" Target="../media/image7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" name="文本框 6"/>
          <p:cNvSpPr txBox="1"/>
          <p:nvPr/>
        </p:nvSpPr>
        <p:spPr>
          <a:xfrm>
            <a:off x="0" y="0"/>
            <a:ext cx="6231890" cy="532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altLang="zh-CN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Freezer</a:t>
            </a:r>
            <a:r>
              <a:rPr lang="zh-CN" altLang="en-US" sz="24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机制</a:t>
            </a:r>
            <a:endParaRPr lang="zh-CN" altLang="en-US" sz="24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0" y="532130"/>
            <a:ext cx="12204065" cy="0"/>
          </a:xfrm>
          <a:prstGeom prst="line">
            <a:avLst/>
          </a:prstGeom>
          <a:ln w="31750" cap="rnd">
            <a:solidFill>
              <a:schemeClr val="accent1"/>
            </a:solidFill>
            <a:round/>
          </a:ln>
        </p:spPr>
        <p:style>
          <a:lnRef idx="0">
            <a:srgbClr val="FFFFFF"/>
          </a:lnRef>
          <a:fillRef idx="0">
            <a:srgbClr val="FFFFFF"/>
          </a:fillRef>
          <a:effectRef idx="0">
            <a:srgbClr val="FFFFFF"/>
          </a:effectRef>
          <a:fontRef idx="minor">
            <a:schemeClr val="tx1"/>
          </a:fontRef>
        </p:style>
      </p:cxn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819785"/>
            <a:ext cx="9721850" cy="723900"/>
          </a:xfrm>
          <a:prstGeom prst="rect">
            <a:avLst/>
          </a:prstGeom>
        </p:spPr>
      </p:pic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831340"/>
            <a:ext cx="12196445" cy="1188085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0" y="534670"/>
            <a:ext cx="6231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Freezer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日志格式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0" y="1549400"/>
            <a:ext cx="6231890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Wechat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Basic3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20:50:39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3" name="图片 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3267710"/>
            <a:ext cx="5069205" cy="2045335"/>
          </a:xfrm>
          <a:prstGeom prst="rect">
            <a:avLst/>
          </a:prstGeom>
        </p:spPr>
      </p:pic>
      <p:sp>
        <p:nvSpPr>
          <p:cNvPr id="14" name="文本框 13"/>
          <p:cNvSpPr txBox="1"/>
          <p:nvPr/>
        </p:nvSpPr>
        <p:spPr>
          <a:xfrm>
            <a:off x="0" y="3019425"/>
            <a:ext cx="462724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Wechat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Basic3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中的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20:50:39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发生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Freeze：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6" name="图片 1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3180" y="3490595"/>
            <a:ext cx="7034530" cy="159956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5123180" y="2992120"/>
            <a:ext cx="3021965" cy="2755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lnSpc>
                <a:spcPct val="100000"/>
              </a:lnSpc>
            </a:pP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此时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Wechat</a:t>
            </a:r>
            <a:r>
              <a:rPr lang="zh-CN" altLang="en-US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基本上全部</a:t>
            </a:r>
            <a:r>
              <a:rPr lang="en-US" altLang="zh-CN" sz="12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Swapped：</a:t>
            </a:r>
            <a:endParaRPr lang="en-US" altLang="zh-CN" sz="12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Title Slid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 Black-Arial">
      <a:majorFont>
        <a:latin typeface="Arial Black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accent2"/>
        </a:solidFill>
        <a:ln>
          <a:noFill/>
        </a:ln>
      </a:spPr>
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<a:noAutofit/>
      </a:bodyPr>
      <a:lstStyle>
        <a:defPPr algn="ctr">
          <a:defRPr dirty="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kumimoji="1" sz="3200" dirty="0" smtClean="0">
            <a:solidFill>
              <a:srgbClr val="575756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rt page">
  <a:themeElements>
    <a:clrScheme name="updated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C8102E"/>
      </a:accent2>
      <a:accent3>
        <a:srgbClr val="EA594F"/>
      </a:accent3>
      <a:accent4>
        <a:srgbClr val="F8B53C"/>
      </a:accent4>
      <a:accent5>
        <a:srgbClr val="231815"/>
      </a:accent5>
      <a:accent6>
        <a:srgbClr val="595757"/>
      </a:accent6>
      <a:hlink>
        <a:srgbClr val="898989"/>
      </a:hlink>
      <a:folHlink>
        <a:srgbClr val="B5B5B5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C7000B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lIns="0" tIns="0" rIns="0" bIns="0" rtlCol="0">
        <a:spAutoFit/>
      </a:bodyPr>
      <a:lstStyle>
        <a:defPPr algn="l">
          <a:defRPr sz="1800" dirty="0" smtClean="0">
            <a:solidFill>
              <a:schemeClr val="accent2"/>
            </a:solidFill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4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End page">
  <a:themeElements>
    <a:clrScheme name="2210">
      <a:dk1>
        <a:srgbClr val="1D1D1A"/>
      </a:dk1>
      <a:lt1>
        <a:srgbClr val="1D1D1A"/>
      </a:lt1>
      <a:dk2>
        <a:srgbClr val="FFFFFF"/>
      </a:dk2>
      <a:lt2>
        <a:srgbClr val="FFFFFF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defRPr sz="1800" dirty="0"/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1_Chart page">
  <a:themeElements>
    <a:clrScheme name="Custom 29">
      <a:dk1>
        <a:srgbClr val="1D1D1A"/>
      </a:dk1>
      <a:lt1>
        <a:srgbClr val="666666"/>
      </a:lt1>
      <a:dk2>
        <a:srgbClr val="FFFFFF"/>
      </a:dk2>
      <a:lt2>
        <a:srgbClr val="EBEBEB"/>
      </a:lt2>
      <a:accent1>
        <a:srgbClr val="C7000A"/>
      </a:accent1>
      <a:accent2>
        <a:srgbClr val="E9002F"/>
      </a:accent2>
      <a:accent3>
        <a:srgbClr val="F4A100"/>
      </a:accent3>
      <a:accent4>
        <a:srgbClr val="FFFF00"/>
      </a:accent4>
      <a:accent5>
        <a:srgbClr val="232323"/>
      </a:accent5>
      <a:accent6>
        <a:srgbClr val="666666"/>
      </a:accent6>
      <a:hlink>
        <a:srgbClr val="919191"/>
      </a:hlink>
      <a:folHlink>
        <a:srgbClr val="C4C4C4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rgbClr val="EA002F"/>
        </a:solidFill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square" rtlCol="0">
        <a:spAutoFit/>
      </a:bodyPr>
      <a:lstStyle>
        <a:defPPr algn="l">
          <a:lnSpc>
            <a:spcPts val="3440"/>
          </a:lnSpc>
          <a:defRPr sz="3200" dirty="0" smtClean="0">
            <a:latin typeface="微软雅黑" panose="020B0503020204020204" pitchFamily="34" charset="-122"/>
            <a:ea typeface="微软雅黑" panose="020B0503020204020204" pitchFamily="34" charset="-122"/>
          </a:defRPr>
        </a:defPPr>
      </a:lst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MWC 19-PPT模板-白底 16比9</Template>
  <TotalTime>0</TotalTime>
  <Words>106</Words>
  <Application>WPS 表格</Application>
  <PresentationFormat>自定义</PresentationFormat>
  <Paragraphs>10</Paragraphs>
  <Slides>1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20</vt:i4>
      </vt:variant>
      <vt:variant>
        <vt:lpstr>主题</vt:lpstr>
      </vt:variant>
      <vt:variant>
        <vt:i4>5</vt:i4>
      </vt:variant>
      <vt:variant>
        <vt:lpstr>幻灯片标题</vt:lpstr>
      </vt:variant>
      <vt:variant>
        <vt:i4>1</vt:i4>
      </vt:variant>
    </vt:vector>
  </HeadingPairs>
  <TitlesOfParts>
    <vt:vector size="26" baseType="lpstr">
      <vt:lpstr>Arial</vt:lpstr>
      <vt:lpstr>宋体</vt:lpstr>
      <vt:lpstr>Wingdings</vt:lpstr>
      <vt:lpstr>微软雅黑</vt:lpstr>
      <vt:lpstr>汉仪旗黑</vt:lpstr>
      <vt:lpstr>微软雅黑</vt:lpstr>
      <vt:lpstr>Times New Roman Regular</vt:lpstr>
      <vt:lpstr>宋体</vt:lpstr>
      <vt:lpstr>Wingdings</vt:lpstr>
      <vt:lpstr>Arial</vt:lpstr>
      <vt:lpstr>宋体</vt:lpstr>
      <vt:lpstr>Apple Color Emoji</vt:lpstr>
      <vt:lpstr>Arial Unicode MS</vt:lpstr>
      <vt:lpstr>Calibri</vt:lpstr>
      <vt:lpstr>Helvetica Neue</vt:lpstr>
      <vt:lpstr>等线</vt:lpstr>
      <vt:lpstr>汉仪中等线KW</vt:lpstr>
      <vt:lpstr>黑体</vt:lpstr>
      <vt:lpstr>汉仪中黑KW</vt:lpstr>
      <vt:lpstr>汉仪书宋二KW</vt:lpstr>
      <vt:lpstr>1_Title Slide</vt:lpstr>
      <vt:lpstr>Chart page</vt:lpstr>
      <vt:lpstr>4_Chart page</vt:lpstr>
      <vt:lpstr>End page</vt:lpstr>
      <vt:lpstr>1_Chart page</vt:lpstr>
      <vt:lpstr>PowerPoint 演示文稿</vt:lpstr>
    </vt:vector>
  </TitlesOfParts>
  <Company>Huawei Technologies Co.,Ltd.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AutoBVT</dc:creator>
  <cp:lastModifiedBy>clover</cp:lastModifiedBy>
  <cp:revision>63</cp:revision>
  <dcterms:created xsi:type="dcterms:W3CDTF">2026-04-16T03:49:54Z</dcterms:created>
  <dcterms:modified xsi:type="dcterms:W3CDTF">2026-04-16T03:49:54Z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2015_ms_pID_725343">
    <vt:lpwstr>(3)9K7MhttPmctKTlAepJVghc5jVCKqhwlg3WUynTcyZRlAqvXwyh4Oh5MUn/S1qsRekxYaSjf0
xAMb+XIVmiFW19LQ5rzY8SxUDMVg4vj7tzi0SPjrpQaZEh2i7Q63wUANwPymQ9KhvkOpupId
8g/WiPz/3mo9lw2+u0HERtEEQOFSNHxTfxkHcxU8CosEcorCYU1bf3Ron8rzicflycNnYO6T
HSqLQgGez4SDJnplgK</vt:lpwstr>
  </property>
  <property fmtid="{D5CDD505-2E9C-101B-9397-08002B2CF9AE}" pid="3" name="_2015_ms_pID_7253431">
    <vt:lpwstr>82SGjRTEfRs+Omq1PLLlyH6r/NUeGWJLUTXD4xX4AdBDIbA5M3xGE1
FJDhGJWv+ZwJEBjSUU7vQG7pD9Re+jwOMeH8KvtBR51uSvL8QqKWID096WZ7sSv/LL5pae3t
XPEALNuJBpV72sbxfdY4icFZGPfj4727kRAWuT9uG/4Al1hW+8FJdNQ/J9I8uxSoEyoyJ96g
hvAj6RniZYqx1mFTVrh3xskdX0KPyR3xTPNI</vt:lpwstr>
  </property>
  <property fmtid="{D5CDD505-2E9C-101B-9397-08002B2CF9AE}" pid="4" name="_2015_ms_pID_7253432">
    <vt:lpwstr>zr4dAB7xmHqg7+bcC24Pv9M=</vt:lpwstr>
  </property>
  <property fmtid="{D5CDD505-2E9C-101B-9397-08002B2CF9AE}" pid="5" name="_readonly">
    <vt:lpwstr/>
  </property>
  <property fmtid="{D5CDD505-2E9C-101B-9397-08002B2CF9AE}" pid="6" name="_change">
    <vt:lpwstr/>
  </property>
  <property fmtid="{D5CDD505-2E9C-101B-9397-08002B2CF9AE}" pid="7" name="_full-control">
    <vt:lpwstr/>
  </property>
  <property fmtid="{D5CDD505-2E9C-101B-9397-08002B2CF9AE}" pid="8" name="sflag">
    <vt:lpwstr>1575429571</vt:lpwstr>
  </property>
  <property fmtid="{D5CDD505-2E9C-101B-9397-08002B2CF9AE}" pid="9" name="ICV">
    <vt:lpwstr>6E70E6EC33F4DC353D59E069C25F4B9B_43</vt:lpwstr>
  </property>
  <property fmtid="{D5CDD505-2E9C-101B-9397-08002B2CF9AE}" pid="10" name="KSOProductBuildVer">
    <vt:lpwstr>2052-12.1.25205.25205</vt:lpwstr>
  </property>
</Properties>
</file>